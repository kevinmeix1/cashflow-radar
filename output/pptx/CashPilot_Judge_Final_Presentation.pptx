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ed6438f8d4fc4" /><Relationship Type="http://schemas.openxmlformats.org/officeDocument/2006/relationships/extended-properties" Target="/docProps/app.xml" Id="R09513cc44bc748f6" /><Relationship Type="http://schemas.openxmlformats.org/officeDocument/2006/relationships/officeDocument" Target="/ppt/presentation.xml" Id="Re7153ff523e643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f1d2e796384722"/>
  </p:sldMasterIdLst>
  <p:notesMasterIdLst>
    <p:notesMasterId xmlns:r="http://schemas.openxmlformats.org/officeDocument/2006/relationships" r:id="R729d45279c7b4171"/>
  </p:notesMasterIdLst>
  <p:sldIdLst>
    <p:sldId xmlns:r="http://schemas.openxmlformats.org/officeDocument/2006/relationships" id="256" r:id="R01a0ed8c33c14ef2"/>
    <p:sldId xmlns:r="http://schemas.openxmlformats.org/officeDocument/2006/relationships" id="257" r:id="Re6543bb897eb4b02"/>
    <p:sldId xmlns:r="http://schemas.openxmlformats.org/officeDocument/2006/relationships" id="258" r:id="Rddf0b8c1fc844660"/>
    <p:sldId xmlns:r="http://schemas.openxmlformats.org/officeDocument/2006/relationships" id="259" r:id="R19903294e31f4f44"/>
    <p:sldId xmlns:r="http://schemas.openxmlformats.org/officeDocument/2006/relationships" id="260" r:id="R30487c1db1454709"/>
    <p:sldId xmlns:r="http://schemas.openxmlformats.org/officeDocument/2006/relationships" id="261" r:id="Re8e40f476c84454c"/>
    <p:sldId xmlns:r="http://schemas.openxmlformats.org/officeDocument/2006/relationships" id="262" r:id="R4732e738eef94b96"/>
    <p:sldId xmlns:r="http://schemas.openxmlformats.org/officeDocument/2006/relationships" id="263" r:id="R974253e61e3549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2140299ee94ef9" /><Relationship Type="http://schemas.openxmlformats.org/officeDocument/2006/relationships/slideMaster" Target="/ppt/slideMasters/slideMaster1.xml" Id="R91f1d2e796384722" /><Relationship Type="http://schemas.openxmlformats.org/officeDocument/2006/relationships/notesMaster" Target="/ppt/notesMasters/notesMaster1.xml" Id="R729d45279c7b4171" /><Relationship Type="http://schemas.openxmlformats.org/officeDocument/2006/relationships/presProps" Target="/ppt/presProps.xml" Id="R47b945e67117476e" /><Relationship Type="http://schemas.openxmlformats.org/officeDocument/2006/relationships/tableStyles" Target="/ppt/tableStyles.xml" Id="R29f5060367e84638" /><Relationship Type="http://schemas.openxmlformats.org/officeDocument/2006/relationships/slide" Target="/ppt/slides/slide1.xml" Id="R01a0ed8c33c14ef2" /><Relationship Type="http://schemas.openxmlformats.org/officeDocument/2006/relationships/slide" Target="/ppt/slides/slide2.xml" Id="Re6543bb897eb4b02" /><Relationship Type="http://schemas.openxmlformats.org/officeDocument/2006/relationships/slide" Target="/ppt/slides/slide3.xml" Id="Rddf0b8c1fc844660" /><Relationship Type="http://schemas.openxmlformats.org/officeDocument/2006/relationships/slide" Target="/ppt/slides/slide4.xml" Id="R19903294e31f4f44" /><Relationship Type="http://schemas.openxmlformats.org/officeDocument/2006/relationships/slide" Target="/ppt/slides/slide5.xml" Id="R30487c1db1454709" /><Relationship Type="http://schemas.openxmlformats.org/officeDocument/2006/relationships/slide" Target="/ppt/slides/slide6.xml" Id="Re8e40f476c84454c" /><Relationship Type="http://schemas.openxmlformats.org/officeDocument/2006/relationships/slide" Target="/ppt/slides/slide7.xml" Id="R4732e738eef94b96" /><Relationship Type="http://schemas.openxmlformats.org/officeDocument/2006/relationships/slide" Target="/ppt/slides/slide8.xml" Id="R974253e61e35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79deedbed6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880fe35134126" /><Relationship Type="http://schemas.openxmlformats.org/officeDocument/2006/relationships/notesMaster" Target="/ppt/notesMasters/notesMaster1.xml" Id="Rd8f7cb03e3a949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9a01a52774a45" /><Relationship Type="http://schemas.openxmlformats.org/officeDocument/2006/relationships/notesMaster" Target="/ppt/notesMasters/notesMaster1.xml" Id="Red52586885c44d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212691e9af457a" /><Relationship Type="http://schemas.openxmlformats.org/officeDocument/2006/relationships/notesMaster" Target="/ppt/notesMasters/notesMaster1.xml" Id="R390dd5c9a8c348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a9be146b14b58" /><Relationship Type="http://schemas.openxmlformats.org/officeDocument/2006/relationships/notesMaster" Target="/ppt/notesMasters/notesMaster1.xml" Id="R342fc7269c6a45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2c2bf5a320444c" /><Relationship Type="http://schemas.openxmlformats.org/officeDocument/2006/relationships/notesMaster" Target="/ppt/notesMasters/notesMaster1.xml" Id="R98cbdfb6de8b42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cc723db6704058" /><Relationship Type="http://schemas.openxmlformats.org/officeDocument/2006/relationships/notesMaster" Target="/ppt/notesMasters/notesMaster1.xml" Id="R8b89ac326fcc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c15cac14c3438f" /><Relationship Type="http://schemas.openxmlformats.org/officeDocument/2006/relationships/notesMaster" Target="/ppt/notesMasters/notesMaster1.xml" Id="R3785ff56ec5f42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74faf1b5b42f5" /><Relationship Type="http://schemas.openxmlformats.org/officeDocument/2006/relationships/notesMaster" Target="/ppt/notesMasters/notesMaster1.xml" Id="R0f4dff732586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51e8cfba147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05e74334d4607" /><Relationship Type="http://schemas.openxmlformats.org/officeDocument/2006/relationships/slideLayout" Target="/ppt/slideLayouts/slideLayout1.xml" Id="R5861fd107a5544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1fd107a5544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e1a3f74734fe4" /><Relationship Type="http://schemas.openxmlformats.org/officeDocument/2006/relationships/image" Target="/ppt/media/image.png" Id="Rb0dc798e0c244f98" /><Relationship Type="http://schemas.openxmlformats.org/officeDocument/2006/relationships/notesSlide" Target="/ppt/notesSlides/notesSlide1.xml" Id="R265b502aab684b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03ec29c9f42da" /><Relationship Type="http://schemas.openxmlformats.org/officeDocument/2006/relationships/image" Target="/ppt/media/image2.png" Id="Re6d495a48c204e48" /><Relationship Type="http://schemas.openxmlformats.org/officeDocument/2006/relationships/notesSlide" Target="/ppt/notesSlides/notesSlide2.xml" Id="R3b77a2ee915446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7799b4ee4101" /><Relationship Type="http://schemas.openxmlformats.org/officeDocument/2006/relationships/image" Target="/ppt/media/image3.png" Id="Raa30342863bd4746" /><Relationship Type="http://schemas.openxmlformats.org/officeDocument/2006/relationships/notesSlide" Target="/ppt/notesSlides/notesSlide3.xml" Id="R1aafe54d2ef541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7cd9160d645eb" /><Relationship Type="http://schemas.openxmlformats.org/officeDocument/2006/relationships/image" Target="/ppt/media/image4.png" Id="R458e89e8a1034d80" /><Relationship Type="http://schemas.openxmlformats.org/officeDocument/2006/relationships/notesSlide" Target="/ppt/notesSlides/notesSlide4.xml" Id="Rd3d114d2321f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2c05c7f9d4fc6" /><Relationship Type="http://schemas.openxmlformats.org/officeDocument/2006/relationships/image" Target="/ppt/media/image5.png" Id="R921b5d88f0614ff4" /><Relationship Type="http://schemas.openxmlformats.org/officeDocument/2006/relationships/notesSlide" Target="/ppt/notesSlides/notesSlide5.xml" Id="R0df12151e2f44e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71a11fdff49fa" /><Relationship Type="http://schemas.openxmlformats.org/officeDocument/2006/relationships/image" Target="/ppt/media/image6.png" Id="Rcccaab652bcd4826" /><Relationship Type="http://schemas.openxmlformats.org/officeDocument/2006/relationships/notesSlide" Target="/ppt/notesSlides/notesSlide6.xml" Id="R8524e1e5193e45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aff0515fa4ed3" /><Relationship Type="http://schemas.openxmlformats.org/officeDocument/2006/relationships/image" Target="/ppt/media/image7.png" Id="Ra232b4ebb73948c4" /><Relationship Type="http://schemas.openxmlformats.org/officeDocument/2006/relationships/notesSlide" Target="/ppt/notesSlides/notesSlide7.xml" Id="Rd806e8c5ac2840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0c4c7fc9c4047" /><Relationship Type="http://schemas.openxmlformats.org/officeDocument/2006/relationships/image" Target="/ppt/media/image8.png" Id="Rb667f3cc5ee54088" /><Relationship Type="http://schemas.openxmlformats.org/officeDocument/2006/relationships/notesSlide" Target="/ppt/notesSlides/notesSlide8.xml" Id="R4e244aa4ce0b46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c798e0c244f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0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495a48c204e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09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342863bd47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95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e89e8a1034d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58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5d88f0614f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47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aab652bcd48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41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2b4ebb73948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28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7f3cc5ee540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58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2026-07-05T08:16:38.9210000Z</dcterms:created>
  <dcterms:modified xsi:type="dcterms:W3CDTF">2026-07-05T08:16:38.9210000Z</dcterms:modified>
</coreProperties>
</file>